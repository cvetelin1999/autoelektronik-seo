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 rIns="73152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ФИНАЛЕН КУРСОВ ПРОЕКТ • CSCB700</a:t>
            </a:r>
          </a:p>
          <a:p>
            <a:pPr>
              <a:spcBef>
                <a:spcPts val="1200"/>
              </a:spcBef>
              <a:defRPr sz="2800" b="1">
                <a:solidFill>
                  <a:srgbClr val="1E3A8A"/>
                </a:solidFill>
              </a:defRPr>
            </a:pPr>
            <a:r>
              <a:t>Цялостна SEO оптимизация и разработка на уебсайт за автомобилна електроника</a:t>
            </a:r>
          </a:p>
          <a:p>
            <a:pPr>
              <a:spcBef>
                <a:spcPts val="2800"/>
              </a:spcBef>
              <a:defRPr sz="1400" b="1">
                <a:solidFill>
                  <a:srgbClr val="0F172A"/>
                </a:solidFill>
              </a:defRPr>
            </a:pPr>
            <a:r>
              <a:t>Проект: AutoElektronik (https://autoelektronik-service.bg)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Дисциплина: CSCB700 — Оптимизация за търсачки в уеб (SEO)</a:t>
            </a:r>
            <a:br/>
            <a:r>
              <a:t>Нов български университет</a:t>
            </a:r>
          </a:p>
          <a:p>
            <a:pPr>
              <a:spcBef>
                <a:spcPts val="1000"/>
              </a:spcBef>
              <a:defRPr sz="1400" b="1">
                <a:solidFill>
                  <a:srgbClr val="1E3A8A"/>
                </a:solidFill>
              </a:defRPr>
            </a:pPr>
            <a:r>
              <a:t>Преподавател: Елисавета Тричкова-Кашъмова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Обобщение на разработения уебсайт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Завършен цялостен проект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Сайтът AutoElektronik е напълно функционален специализиран уебсайт за автоелектроника, изграден с Astro и Tailwind CSS.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11 самостоятелни страници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Начало, пълен каталог с услуги, 4 авторски технически страници, скриптов съветник, За нас, Контакти и 2 легални документа.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Богато експертно съдържание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Над 5000 думи авторски текст на български език с реални сервизни протоколи, симптоми и таблици с кодове за грешка.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Академично покритие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Всички предвидени практически точки по учебния конспект на дисциплината са спазени и проверени.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Скриптов интерактивен съветник за диагностика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Интерактивен въпросник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Достъпен на адрес: /otkrii-problema/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Позволява бърз избор на симптоми (спирачна система, двигател, табло)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Подпомага потребителя да разбере естеството на проблема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База данни с 16 OBD грешки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Включени са най-често срещаните дефекти: 5DF0, 5DF5, 01435, P0606, P0300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Моментално филтриране и разпознаване на грешката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Индикация за засегнатия електронен модул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Калкулатор и директна връзка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Показване на ориентировъчна цена за лабораторен ремонт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Бутон за запазване на час и изпращане на заявка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Значително повишаване на ангажираността и времето на сайта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Он-пейдж оптимизация и семантична структура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Валиден HTML5 стандарт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Всички страници преминават официалния W3C валидатор с точно 0 грешки и 0 предупреждения.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Метаданни и заглавия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Всяка страница има уникално заглавие (Title до 60 знака), точно един H1 таг и уникален Meta Description (до 160 знака).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Оптимизация на изображения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Всички 16 изображения имат предварително зададени атрибути width и height, както и подробни alt описания.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Атрибути на връзките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Всички 333 вътрешни и външни хипервръзки в сайта притежават смислен title атрибут за по-добра достъпност.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Специализирани XML карти на сайта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Основна XML карта (/sitemap.xml)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Индексира всички 11 канонични страници на сайта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Посочва дата на последна промяна (lastmod) и приоритет (priority)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Улеснява пълното обхождане от роботите на търсачките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Карта за изображения (/image-sitemap.xml)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Съставена по официалната Google Image схема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Описва 9 ключови технически снимки и схеми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Позволява класиране на изображенията в Google Снимки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Карта за видео съдържание (/video-sitemap.xml)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Съдържа пълни метаданни за видео ръководството за ремонт на ABS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Включва адрес на плейъра, thumbnail и времетраене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Осигурява показване на видео откъс в резултатите от търсене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Мултимедия и видео демонстрация на сервизен процес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Реално техническо ръководство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На страницата за ремонт на ABS модул е вграден плейър с популярно Full HD видео ръководство за модул ATE MK60.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Показани етапи на работа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Демонстрира се реалният сервизен процес: демонтаж на хидравличния блок, тест на електромотора и микрозапояване на пиновете.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Поверителен плейър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Вграждането използва youtube-nocookie.com с висока степен на защита на клиентските данни и адаптивен 16:9 изглед.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Алтернативен локален плейър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Сайтът разполага и с локален MP4 файл за директно сваляне или възпроизвеждане от потребители без външен достъп.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Техническа скорост и измервания на производителността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Google PageSpeed резултати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100 / 100 точки за Desktop среда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98 / 100 точки за мобилни устройства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Мигновено първоначално визуализиране (под 0.3 секунди)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Метрики Core Web Vitals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Largest Contentful Paint (LCP) = 0.5 s (препоръка &lt; 2.5 s)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Cumulative Layout Shift (CLS) = 0.00 (напълно нулев)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Total Blocking Time (TBT) = 0 ms (липсват тежки блокиращи скриптове)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Технологично предимство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Минифициран CSS файл от едва 31 KB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Статично генериран HTML код без тромави бази данни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Многократно по-висока бързина спрямо стандартни CMS платформи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Структурирани данни и социални мета тагове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Schema.org микроданни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Внедрени са JSON-LD схеми за AutoRepair, Service, DiagnosticProcedure и VideoObject, предоставящи точни данни на търсачките.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Навигация Breadcrumbs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Всяка сервизна страница съдържа хлябни трохички (Начало &gt; Услуги &gt; Ремонт на ABS), описани с BreadcrumbList схема.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Facebook Open Graph тагове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На всички 11 страници са конфигурирани og:title, og:description, og:url и персонализиран банер (1200x630 px) за красиво споделяне.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Интеграция с инструменти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Добавени са верификационен таг за Google Search Console и готов скрипт за Google Analytics 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Локално присъствие и правна сигурност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Локация с интерактивна карта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Интегрирана Google Maps карта с маркер на страницата за контакти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Точен сервизен адрес: гр. София, бул. Цариградско шосе №115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GPS координати за директна автомобилна навигация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Локална оптимизация в София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Целеви ключови думи за столицата ('автодиагностика софия', 'ремонт на ABS софия')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Възможност за приемане на модули по куриер за клиенти от провинцията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Ясно посочено работно време и телефон за спешни случаи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Легална прозрачност (GDPR)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Самостоятелна страница с Общи условия за гаранция до 24 месеца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Политика за защита на личните данни по Регламент (ЕС) 2016/679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Пълно съответствие със съвременните европейски стандарти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CSCB700 • ОПТИМИЗАЦИЯ ЗА ТЪРСАЧКИ В УЕБ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</a:defRPr>
            </a:pPr>
            <a:r>
              <a:t>Заключение и практически резултати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AutoElektronik — Лабораторен сервиз за автоелектроника | Преподавател: Елисавета Тричкова-Кашъмова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Успешно изпълнени цели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Всички заложени параметри от учебния план са изпълнени качествено и проверени с автоматизирани инструменти за одит.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Оптимизационна матрица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Изготвена е подробна семантична таблица за всички 11 страници с реални ключови думи, метаданни и вътрешни връзки.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Техническа надеждност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Сайтът постига максимални резултати за скорост и валидност, съчетавайки експертен текст с интерактивни инструменти.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Практически умения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Проектът демонстрира цялостните етапи по планиране, конкурентен анализ, он-пейдж оптимизация и техническо тестване.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