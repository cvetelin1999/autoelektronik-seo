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 rIns="7315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КУРСОВ МИНИПРОЕКТ • CSCB700</a:t>
            </a:r>
          </a:p>
          <a:p>
            <a:pPr>
              <a:spcBef>
                <a:spcPts val="1200"/>
              </a:spcBef>
              <a:defRPr sz="2800" b="1">
                <a:solidFill>
                  <a:srgbClr val="1E3A8A"/>
                </a:solidFill>
              </a:defRPr>
            </a:pPr>
            <a:r>
              <a:t>Планиране на сайт за автоелектроника и конкурентен анализ</a:t>
            </a:r>
          </a:p>
          <a:p>
            <a:pPr>
              <a:spcBef>
                <a:spcPts val="2800"/>
              </a:spcBef>
              <a:defRPr sz="1400" b="1">
                <a:solidFill>
                  <a:srgbClr val="0F172A"/>
                </a:solidFill>
              </a:defRPr>
            </a:pPr>
            <a:r>
              <a:t>Проект: AutoElektronik (https://autoelektronik-service.bg)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Дисциплина: CSCB700 — Оптимизация за търсачки в уеб (SEO)</a:t>
            </a:r>
            <a:br/>
            <a:r>
              <a:t>Нов български университет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</a:defRPr>
            </a:pPr>
            <a:r>
              <a:t>Преподавател: Елисавета Тричкова-Кашъмова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Цел и бизнес концепция на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Специализирана ниша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Лабораторен ремонт и рециклиране на дефектирала автомобилна електроника — ABS помпи, ECU моторни компютри и километражни табла.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Целева аудитория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Шофьори, изправени пред скъпа подмяна на части (2000–6000 лв.), както и партньорски сервизи от цялата страна, изпращащи модули по куриер.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Решаван проблем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Предлагане на надежден лабораторен ремонт с гаранция на достъпна цена (200–450 лв.) вместо закупуване на скъпи нови блокове.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Стратегически подход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Изграждане на силен тематичен авторитет чрез реално техническо съдържание, конкретни кодове за грешка и интерактивен съветник.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Категории и архитектура на уебсайта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Начална страница и каталог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Централно представяне на сервиза, гаранция и контакти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Преглед на услугите с индикативни срокове и цени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Бърз достъп до интерактивния съветник за проблеми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Четирите основни услуги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Ремонт на ABS / ESP хидравлични модули и помпи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Ремонт и софтуерно клониране на двигателни компютри (ECU)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Възстановяване на автомобилни табла, пиксели и стрелки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Компютърна диагностика с цифров осцилоскоп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Интерактивен модул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Скриптова страница за ориентировъчна проверка по симптоми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Търсене по реални OBD-II кодове за грешка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Директна препоръка на подходящ сервизен ремонт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Доверие и легална рамка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За лабораторията: техническа база и стандарти за работа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Контакти с интерактивна карта на локацията в София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Общи условия за гаранция и GDPR защита на данните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Проучване на трима водещи конкуренти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avto-elektronchik.bg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Дългогодишен сервиз в София с разпознаваемост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Силно остарял уеб дизайн от над 8 години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Липсва адаптивност за мобилни телефони (нереспонсив)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Оскъден текст и слаба четимост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softelectronic.com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Голяма компания във Варна с международен мащаб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Богат продуктов каталог и висок домейн авторитет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Тромава навигация и липса на видео материали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Сравнително ниска скорост на зареждане на мобилни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avtodiagnostika.bg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Добро органично класиране по общи термини за диагностика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Сайтът е ориентиран към продажба на хардуер, а не услуги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Липсва лабораторен фокус и експертни сервизни статии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Претрупана навигация с десетки подкатегории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Сравнителен анализ през петте ключови перспективи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UX, дизайн и мобилност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Конкурентите използват тежки или остарели шаблони. AutoElektronik предлага модерен, адаптивен интерфейс с големи бутони и отлична четимост.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Линк билдинг и авторитет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Конкурентите разчитат на стари директории. Ние залагаме на авторитетни технически източници (Bosch, ISO) и връзка към портфолио в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Социални мрежи и мултимедия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Конкурентите нямат Open Graph тагове и видео. Ние осигуряваме пълни метаданни за споделяне и вградено Full HD ремонтно видео.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0040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Обем и експертност на текста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Сайтовете в нишата имат под 150 думи на страница. При нас всяка услуга е описана с 650–850 думи техническо ръководство.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Техническо представяне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Бавни платформи при конкурентите (PageSpeed под 55). AutoElektronik зарежда за под 0.3 секунди благодарение на статичното генериране.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Анализ на платената реклама (Google Ads)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Скъпи общи търсения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Конкурентите плащат 1.50 – 3.00 лв. за клик в Google Ads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Наддават основно за 'автодиагностика софия' и 'ремонт на компютър на кола'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Висок рекламен разход при ниска степен на конверсия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Пропуснати дългоопашати заявки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Никой от конкурентите не покрива конкретни кодове на грешки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Търсения като 'грешка 5DF0 BMW' или 'ремонт ATE MK60' нямат целенасочена реклама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Точно тези потребители имат най-спешна и конкретна нужда от ремонт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Нашата органична стратегия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Оптимизиране на страниците за точните кодове на модули и грешки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Привличане на безплатен, висококвалифициран трафик от Google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Дългосрочно присъствие в търсачките без постоянен бюджет за кликове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Технологична основа и план за реализация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Статичен генератор Astro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Осигурява максимална скорост, чист семантичен HTML5 код и лесно поддържане на страниците.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Tailwind CSS рамка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Позволява изграждане на професионален, адаптивен дизайн, съобразен с изискванията за мобилни устройства.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Пълна он-пейдж оптимизация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Индивидуални мета заглавия, описания, ключови думи, alt атрибути и специализирани XML карти.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Следващи стъпки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Успешно завършване на цялостния сайт, практически тестове на функционалностите и подготовка за защита на финалния проект.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